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TECHNIQUE — PROTOTYPE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 Fitness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F9564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722" y="6592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63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créer une application de fitness avec une page principale qui affiche les workouts, ainsi qu'un dashboard Admin permettant de gérer le contenu.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sera également possible de gérer :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52398" y="3209544"/>
            <a:ext cx="1044245" cy="274320"/>
          </a:xfrm>
          <a:prstGeom prst="roundRect">
            <a:avLst>
              <a:gd name="adj" fmla="val 50000"/>
            </a:avLst>
          </a:prstGeom>
          <a:solidFill>
            <a:srgbClr val="1B1E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52398" y="3209544"/>
            <a:ext cx="1044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508760" y="3630168"/>
            <a:ext cx="731520" cy="731520"/>
          </a:xfrm>
          <a:prstGeom prst="ellipse">
            <a:avLst/>
          </a:prstGeom>
          <a:solidFill>
            <a:srgbClr val="F9564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co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55" y="382036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et suivi des coachs (rôle au sein de Users).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56432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062679" y="3209544"/>
            <a:ext cx="1439266" cy="274320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062679" y="3209544"/>
            <a:ext cx="14392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PRINCIPALE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16552" y="3630168"/>
            <a:ext cx="731520" cy="731520"/>
          </a:xfrm>
          <a:prstGeom prst="ellipse">
            <a:avLst/>
          </a:prstGeom>
          <a:solidFill>
            <a:srgbClr val="F9564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9" name="Image 2" descr="dumb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747" y="3820363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593592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639312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: titre, durée, niveau, groupe ciblé.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64224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40042" y="3209544"/>
            <a:ext cx="1900123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740042" y="3209544"/>
            <a:ext cx="1900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 CLASSIFICATION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324344" y="3630168"/>
            <a:ext cx="731520" cy="731520"/>
          </a:xfrm>
          <a:prstGeom prst="ellipse">
            <a:avLst/>
          </a:prstGeom>
          <a:solidFill>
            <a:srgbClr val="F9564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3" descr="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539" y="3820363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01384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Group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547104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des exercices par zone du corps.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— RÉALISATION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Recrutement avec Matching Intelligent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722" y="6592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508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créer une plateforme de recrutement où le candidat construit un profil et le recruteur publie des offres, avec un score de compatibilité calculé automatiquement.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sera également possible de gérer :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52398" y="3209544"/>
            <a:ext cx="1044245" cy="274320"/>
          </a:xfrm>
          <a:prstGeom prst="roundRect">
            <a:avLst>
              <a:gd name="adj" fmla="val 50000"/>
            </a:avLst>
          </a:prstGeom>
          <a:solidFill>
            <a:srgbClr val="1B1E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52398" y="3209544"/>
            <a:ext cx="1044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508760" y="3630168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55" y="382036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du candidat : domaine, expérience, compétences.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56432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062679" y="3209544"/>
            <a:ext cx="1439266" cy="274320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062679" y="3209544"/>
            <a:ext cx="14392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PRINCIPALE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16552" y="3630168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9" name="Image 2" descr="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747" y="3820363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593592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639312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publiée : titre, domaine, expérience requise.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64224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40042" y="3209544"/>
            <a:ext cx="1900123" cy="274320"/>
          </a:xfrm>
          <a:prstGeom prst="roundRect">
            <a:avLst>
              <a:gd name="adj" fmla="val 50000"/>
            </a:avLst>
          </a:prstGeom>
          <a:solidFill>
            <a:srgbClr val="F9564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740042" y="3209544"/>
            <a:ext cx="1900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 CLASSIFICATION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324344" y="3630168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3" descr="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539" y="3820363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01384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547104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des compétences utilisées dans le matching.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272016" y="306324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174529" y="3209544"/>
            <a:ext cx="846734" cy="274320"/>
          </a:xfrm>
          <a:prstGeom prst="roundRect">
            <a:avLst>
              <a:gd name="adj" fmla="val 50000"/>
            </a:avLst>
          </a:prstGeom>
          <a:solidFill>
            <a:srgbClr val="8892A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174529" y="3209544"/>
            <a:ext cx="8467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TABLE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10232136" y="3630168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3" name="Image 4" descr="filesig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2331" y="3820363"/>
            <a:ext cx="351130" cy="35113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409176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454896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un candidat à une offre avec un score calculé.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2026-09-22T09:34:47Z</dcterms:created>
  <dcterms:modified xsi:type="dcterms:W3CDTF">2026-09-22T09:34:47Z</dcterms:modified>
</cp:coreProperties>
</file>